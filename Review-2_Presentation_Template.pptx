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63" r:id="rId4"/>
    <p:sldId id="264" r:id="rId5"/>
    <p:sldId id="258" r:id="rId6"/>
    <p:sldId id="266" r:id="rId7"/>
    <p:sldId id="265" r:id="rId8"/>
    <p:sldId id="267" r:id="rId9"/>
    <p:sldId id="268" r:id="rId10"/>
    <p:sldId id="269" r:id="rId11"/>
    <p:sldId id="260" r:id="rId12"/>
    <p:sldId id="262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/>
    <p:restoredTop sz="94668"/>
  </p:normalViewPr>
  <p:slideViewPr>
    <p:cSldViewPr snapToGrid="0">
      <p:cViewPr varScale="1">
        <p:scale>
          <a:sx n="100" d="100"/>
          <a:sy n="100" d="100"/>
        </p:scale>
        <p:origin x="56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B6085-AEDD-3344-893D-BA1FE6BA0641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238A1D-4AEB-BF43-B997-B3FD3F047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86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C7020-AD8E-9CCE-7394-821E9306D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55FE9-03B2-B2E2-78D4-CE0F45A638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9AE65-32C4-0260-E54E-237ED1B1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D7C85-1C09-F54D-916D-0F7109FC05F7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29353-2362-EBC4-73DF-2B2C3A34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F98E8-14DA-6049-EB3C-438561C19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57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11991-43D3-555B-57F3-485CD6C5C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7DEBD-D381-F13B-A080-8546F3E50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01A20-8053-F063-3478-1FEFA2DF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B72DE-8F94-E74A-8C9B-614FDE8EF639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E2C82-2B18-271F-C0BC-06136D93E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19153-2BF4-05F5-B114-C4903F2C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66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F4A1-6887-ADC2-42C3-815BFA129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D1101-C438-80C4-25AB-8AAE2DD7F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01313-2AB9-01BB-1D68-C90A21FB0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ED325-927D-8745-B647-620949FB482D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25C79-442B-F2A3-9750-80D5F864D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2035C-C313-E6C7-CA6A-76541B63D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8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7DF4-AC71-F2CC-1A30-055B28D3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3F772-501E-4E6F-A19E-3FB13C4C8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78E13-D425-3D7B-9D00-04078F2E2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DA2A7-FF93-2283-49CA-185370589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61C16-C26F-D646-A394-734F9E480BC8}" type="datetime1">
              <a:rPr lang="en-IN" smtClean="0"/>
              <a:t>03/04/26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B6EBD-C8D6-FFCE-C547-D21A5F5D6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D62AA-7000-C335-E779-289CF861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44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056BE-EC76-8706-E134-A621243C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C8FD-3E17-2421-9C64-F6D98371D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82C26-ACF2-060A-EA93-E1F43B6F8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13AB65-4644-98B4-90DC-340C428ECC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9DDF54-CA19-4D9B-92B1-00487B2FF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A5C85B-51CA-5619-7722-5B97ACD93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DA224-A675-C048-B421-493AE6E9C9D0}" type="datetime1">
              <a:rPr lang="en-IN" smtClean="0"/>
              <a:t>03/04/26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D0410-67D6-6554-9841-89077B09F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193755-32D5-1053-C3C4-1DE02580C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8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099B-4C08-01D9-9A35-2CFFD056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1A4B4E-DC8B-4AF3-B2DF-3E46C2C2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BBD9D-9B36-2A4C-958F-553AB794C064}" type="datetime1">
              <a:rPr lang="en-IN" smtClean="0"/>
              <a:t>03/04/26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654744-E044-A957-5D96-B006BD422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3B9B0-BFDC-0BA1-5C70-3C5B590D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2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2F5FCC-EC96-EC22-CF9D-E84DBE1D4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2B02-BA4B-504E-AB2E-44F9DC4A7B0D}" type="datetime1">
              <a:rPr lang="en-IN" smtClean="0"/>
              <a:t>03/04/26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EF752A-1EFC-3941-C1EC-67736C63F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9B89A-2E3A-C1FD-C588-396EE0A4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38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99DE-F0D0-FA96-EF66-5BEF2C2FD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B3F4D-F86E-CEEC-D4C3-AFE57C317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1755E-13D5-07E2-6E19-5EB86A6C8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A4B78-60BB-774F-FE44-D2775872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36BD3-806F-A84E-B2E8-86897622C4C8}" type="datetime1">
              <a:rPr lang="en-IN" smtClean="0"/>
              <a:t>03/04/26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D3279-EE64-1E30-7205-EED0A5E8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AEE61-5E3C-D5FE-B683-713F47D6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3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1007A-1BC9-AE73-624A-0BD45DD53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3B833-F334-9D3D-B439-80F1205F0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9127B-C6F6-46E7-8C16-2DBD5A61E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AD1B3-F446-9FE6-3DE8-101521EF2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B00B3-D70C-D54D-BA5F-EF9BACAE2EE9}" type="datetime1">
              <a:rPr lang="en-IN" smtClean="0"/>
              <a:t>03/04/26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BD3F4-DC94-E9CC-F9B2-DD435DF7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0BD25-BF3A-0DB6-1807-CAAB5136E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527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F4DC8-8901-6095-30BB-2AD859B7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26456-A183-96E2-EBCF-C71ED9E82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6E9EE-56F7-EBBF-8671-F1722E7E0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D9CC-3111-F649-95B0-E021A9924F0E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E3ECF-2B7D-276B-A38F-31198779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94BEB-F967-1E75-98B9-9801AACA5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25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5AF1BF-7DC9-E9E4-7F5F-1DC43A544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40102-7641-C359-77B4-22BE7EA0C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4F341-E435-3BAB-B891-4696E68B5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D04D-CF51-D941-83B5-E25C426B58A0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37D19-479D-1ADF-2B7B-8DFD5FB5D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EF8CA-1B93-37CC-4BF5-90B9B404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77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67B788-0809-3E21-033D-80A455074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508E5-4E56-CDEA-E8C6-FD8077AC1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9E8DF-5A20-9B97-DB4D-22F1548E08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061DE-207F-FA4D-A110-52DC26AC63F6}" type="datetime1">
              <a:rPr lang="en-IN" smtClean="0"/>
              <a:t>03/04/26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3BC58-E551-903A-C21F-4F122EF28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7F461-3107-BFA8-4E52-D01593802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79081-F721-B847-95FC-E24084F7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1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8EA1-2FA2-0F7D-1705-FA3536F4F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00" y="2794931"/>
            <a:ext cx="9334500" cy="1777069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number: BTCS - 01/BTAI - 01/BTDS - 01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B1947-3E01-98E6-3AB6-E0C6374F0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5002"/>
            <a:ext cx="9144000" cy="1655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and Register Number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3907498-6BC8-C4A3-7F76-84D5DF34B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517" y="228600"/>
            <a:ext cx="4973984" cy="778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ject 7">
            <a:extLst>
              <a:ext uri="{FF2B5EF4-FFF2-40B4-BE49-F238E27FC236}">
                <a16:creationId xmlns:a16="http://schemas.microsoft.com/office/drawing/2014/main" id="{D3D69B98-38C1-A6E7-3172-9F304B1F0209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13056" r="6414"/>
          <a:stretch>
            <a:fillRect/>
          </a:stretch>
        </p:blipFill>
        <p:spPr>
          <a:xfrm>
            <a:off x="2578100" y="1214767"/>
            <a:ext cx="7518400" cy="97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4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6B6EE-D683-66EF-91E0-293A38ACD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0DC93-E456-9D0E-CE65-D11B00C71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(1 Slide)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20164-5F7F-8478-DAA9-099904BDF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State the Domain in which you have done the project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that you have chosen for the Pilot Project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contributions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Clearly state the problem statement of your work - Explain the problem/research gap you have identified</a:t>
            </a: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Mention 2/3 contributions to explain how your solution fixes the problem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45C08E6F-D79A-EC0D-0F62-BEFE752AC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3A840-2EB9-3846-B40F-EC0181374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30AC5-43CE-C282-6959-9B398F7A0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2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F72966-D954-2910-587F-5B28594E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D10E-66C4-B847-B9D4-144D0E39AC2A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22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BD26B-E518-B119-5368-08834058A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FFD6B-CA5B-580D-E5CD-412A6C095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(Slide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89CB-CDED-6E62-11D2-5A1F39B0E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Mention 8-10 research articles that are closely associated with your research work. Papers should have been published in reputed peer reviewed journals.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details in the below format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3172E111-BB8C-CAFA-D22A-320C6E8D1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814A8-C06B-57EB-27B5-AB914499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B6215-A473-0754-138E-3A1DDABD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8B3F56-B4A9-9DE7-42A7-2D11A4348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370232"/>
              </p:ext>
            </p:extLst>
          </p:nvPr>
        </p:nvGraphicFramePr>
        <p:xfrm>
          <a:off x="606156" y="2415539"/>
          <a:ext cx="10676350" cy="3715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9586">
                  <a:extLst>
                    <a:ext uri="{9D8B030D-6E8A-4147-A177-3AD203B41FA5}">
                      <a16:colId xmlns:a16="http://schemas.microsoft.com/office/drawing/2014/main" val="19173117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39296727"/>
                    </a:ext>
                  </a:extLst>
                </a:gridCol>
                <a:gridCol w="1642821">
                  <a:extLst>
                    <a:ext uri="{9D8B030D-6E8A-4147-A177-3AD203B41FA5}">
                      <a16:colId xmlns:a16="http://schemas.microsoft.com/office/drawing/2014/main" val="773220525"/>
                    </a:ext>
                  </a:extLst>
                </a:gridCol>
                <a:gridCol w="2882684">
                  <a:extLst>
                    <a:ext uri="{9D8B030D-6E8A-4147-A177-3AD203B41FA5}">
                      <a16:colId xmlns:a16="http://schemas.microsoft.com/office/drawing/2014/main" val="3197736452"/>
                    </a:ext>
                  </a:extLst>
                </a:gridCol>
                <a:gridCol w="2572459">
                  <a:extLst>
                    <a:ext uri="{9D8B030D-6E8A-4147-A177-3AD203B41FA5}">
                      <a16:colId xmlns:a16="http://schemas.microsoft.com/office/drawing/2014/main" val="609351309"/>
                    </a:ext>
                  </a:extLst>
                </a:gridCol>
              </a:tblGrid>
              <a:tr h="96309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 of the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/ Research Gap identified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525312"/>
                  </a:ext>
                </a:extLst>
              </a:tr>
              <a:tr h="550494"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57817"/>
                  </a:ext>
                </a:extLst>
              </a:tr>
              <a:tr h="550494"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704103"/>
                  </a:ext>
                </a:extLst>
              </a:tr>
              <a:tr h="550494"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298143"/>
                  </a:ext>
                </a:extLst>
              </a:tr>
              <a:tr h="550494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399125"/>
                  </a:ext>
                </a:extLst>
              </a:tr>
              <a:tr h="550494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614544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D2143E4-6547-07CC-6325-1B30E78B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7DAA5-BC74-5843-865E-E53AE847434C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985C8-65DD-0475-E1B1-97C1F10AD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5F31D-7229-F5D9-EBD1-CD8183B6F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(Slide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8CA1A-5DEC-0253-5062-1C488F190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details about the base paper from which you did your Pilot Project and mention the work done as part of your pilot project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images / videos / output of your pilot project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use AI generated content directly –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AI for helping you but don’t prepare your presentation using AI tools. Marks will be deducted if the content generated from AI is directly used</a:t>
            </a: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Mention 2/3 contributions to explain how your solution fixes the problem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64854AFE-6FED-2F0B-4D1E-3EAC174C6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5692B-B2FA-DAF2-2C53-4EF9EE49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07940-C6B0-E251-CE08-6FDFA9B3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4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B8CBA5-CFA6-4C86-E17D-5A9F03E4B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6BBD0-DD22-2E4D-B938-9213BEA6BC80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02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4ACED-3FFB-BC9D-4A9B-F18B0B539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CE06-1351-1998-FE4E-3CF9E8C20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(Slide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51F88-B31C-5175-0933-C337E2993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diagram/architecture – Mention all the modules which are part of your project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proper tools to create visuals (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Don’t take images directly from internet or images generated using AI tools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011A21A9-9B9B-880A-9B2D-C5888D7AA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46AA9-FDC3-A9D0-7025-CC7E6C1F8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34F4E-C4BF-17CC-6E3F-48E7620C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5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3643FD-6EB2-4F54-5A79-7DD123FE5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C14D3-EDA3-8C4D-8A95-C6D51FFB5EC4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35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24089-0785-DCDF-216C-E865B11ED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A7D27-3FAF-EDD5-FE7C-5F6CA586B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(Slide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AF32B-6B7B-B042-894F-ED28700B4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working of your project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Flowcharts, Sequence diagrams or any infographic which will help you in explaining the concept in a clear and concise manner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6C080FD7-769C-5F46-A319-DB6C3EA8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5371A-48F7-688D-DC69-664322F37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7FB8D-CCCF-9568-1702-F6ECD2864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6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10A9F8-8A66-F288-1DAA-4DE5EF7F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5AB82-6C92-314E-B9E7-340227A87212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37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10DD4-5B25-50A4-CD66-F3BA8367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3B661-570C-8753-33F0-E813B8349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(Slide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CAB16-0A04-7A72-FEC5-430BB19B6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Mention the significance of the project – Explain how the project works in a clear, concise fashion which will bring out the value, efforts you have put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E3AA2E40-D786-9826-1F8B-A942898D4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E98B8-C338-FF11-1FEA-1B19FE2A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FEDD3-0D82-7390-CE31-2690A6E7F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7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E117F-1E07-09B6-DBC5-846F99A3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B4509-F23A-B241-A2AF-8661E2E1EC24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32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53CF9-8FFB-E417-C53C-354D8F8A9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ED3A-095A-4C36-B534-F0D7749EB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(Slide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10FE7-B820-E229-AC62-3A2F0E16B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mention what is the status of the project - Completed, if not completed show proof of your results so far and mention what amount of work is still pending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DB0A6089-4637-A13E-AB40-042817B50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EDF5C-BAAE-66C7-37DD-4C42F089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4099B-0ECA-194E-B741-6D206ACA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8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5ECF6-2623-12DC-BDF2-5B39513B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E0110-0A0B-874B-8EAE-38785E766284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69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C4A8-93CC-6B44-A4F8-AC32A7C5B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CAD8C-47CC-FF5D-7E3C-B02E47D6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(Slide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1D8B7-34B9-CA9A-5340-41745C6EB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tables and graphs for showing the results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your project work with the base paper and other papers from literature survey and highlight your results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10975F64-E2B7-0FAF-75DA-BBAD615F9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FE2F3-8870-C6F3-7CFB-02DC2BAEF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6E236-3289-D7C3-5187-326032DD4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9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CE34E-69FC-5AAA-81CC-A29AFB61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F3CC1-9086-054A-878A-529413FAD9D0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43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E6658-DC6D-F788-4CA6-44C99557B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A3C3C-598F-E87D-6400-EBB513434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(Slide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EB949-2D56-05FA-2EAC-CA8A449B8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Novelty of your project? Explain how your work is unique and in what way it is different from existing solutions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the changes you have made which has helped you to achieve the results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1A3444A3-DBCE-BAF0-CDDA-94CA69472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D5256-2E96-04BB-1387-27139B247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F67F2-F983-BD5C-F4CA-F2C78C9B7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10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1DB330-75D1-AECB-973C-D9F7E4528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D15C5-09BA-EC4D-A477-27C598B065F1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508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6495B-3A76-98D2-A728-D3F047191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BACC0-ACDB-B687-3898-291AE58F2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(1 Slide)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C6D1D-7AF2-D4C4-253C-30F9C2A96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the summary of the work done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present what is scope of your project and what you have achieved/improved/contributed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the results and mention 1-2 points about how the work can be improved or taken to next step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these questions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it be converted into a product?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it be commercialized?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more people benefit from your project?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the results be improved?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CF63130D-476D-16E3-8ED3-717617434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0134-3F9A-4D54-2D49-83B5868E7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BE315-C8AC-A915-3F6B-68755F8EB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11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E0C7C-1AF8-151D-FB20-E6BD30A61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7A93-63B9-6C40-B2A6-60CC84FFB1E9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89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04B68-6923-F133-0B53-DF76BBEFF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3C359-9341-63DD-8387-9F54388BD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(1 Slide)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EAC7F-F68E-C71F-7F3E-EE55A17BC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0196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references for the work done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links for tools, libraries used and additional details if any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0FA67719-3FE5-07C1-D783-ECA169FB4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E1B6D-4FB6-B7A2-C325-E8169396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612C7-C86F-785D-09B9-DC2DEF8D1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12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28F542-9D1C-C194-A158-46EC9D752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83D-E506-8F46-859E-036591024384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82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8A935-F5A0-36E9-16FB-A5FF5FDA1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FDF6-DF0C-9108-0E67-43AAB5E7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73025"/>
            <a:ext cx="11010900" cy="71437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7F608-67C6-4960-7821-DB7F3E8E8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1127124"/>
            <a:ext cx="11861800" cy="522922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GitHub link for the project code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have created an application/online tool provide the link to it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have hardware output record a video and add it here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E50ACE7C-20DE-F84D-D0EC-964B79C1C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2506" y="25400"/>
            <a:ext cx="831388" cy="8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7AEB1-7D51-480E-F933-ECA4D491A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6376D-E140-0529-A2EE-BFAD6607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081-F721-B847-95FC-E24084F7168A}" type="slidenum">
              <a:rPr lang="en-US" smtClean="0"/>
              <a:t>13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B94398-2B6A-A921-5A96-4CBC2FC47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83D-E506-8F46-859E-036591024384}" type="datetime1">
              <a:rPr lang="en-IN" smtClean="0"/>
              <a:t>03/04/26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08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638</Words>
  <Application>Microsoft Macintosh PowerPoint</Application>
  <PresentationFormat>Widescreen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Wingdings</vt:lpstr>
      <vt:lpstr>Office Theme</vt:lpstr>
      <vt:lpstr>Project Title  Group number: BTCS - 01/BTAI - 01/BTDS - 01</vt:lpstr>
      <vt:lpstr>Problem Statement (1 Slide)</vt:lpstr>
      <vt:lpstr>Literature Survey (Slide 1)</vt:lpstr>
      <vt:lpstr>Literature Survey (Slide 2)</vt:lpstr>
      <vt:lpstr>Methodology (Slide 1)</vt:lpstr>
      <vt:lpstr>Methodology (Slide 2)</vt:lpstr>
      <vt:lpstr>Methodology (Slide 3)</vt:lpstr>
      <vt:lpstr>Results (Slide 1)</vt:lpstr>
      <vt:lpstr>Results (Slide 2)</vt:lpstr>
      <vt:lpstr>Results (Slide 3)</vt:lpstr>
      <vt:lpstr>Conclusion (1 Slide)</vt:lpstr>
      <vt:lpstr>References (1 Slide)</vt:lpstr>
      <vt:lpstr>Output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BRAGADEESH SA</dc:creator>
  <cp:lastModifiedBy>BRAGADEESH SA</cp:lastModifiedBy>
  <cp:revision>6</cp:revision>
  <dcterms:created xsi:type="dcterms:W3CDTF">2025-09-27T07:38:04Z</dcterms:created>
  <dcterms:modified xsi:type="dcterms:W3CDTF">2026-04-03T04:14:20Z</dcterms:modified>
</cp:coreProperties>
</file>